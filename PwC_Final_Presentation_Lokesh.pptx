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ShieldGruppe ERP Authorisation Audit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Prepared by: Pilla Lokesh</a:t>
            </a:r>
            <a:br/>
            <a:r>
              <a:t>PwC Digital Assurance Virtual Experience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Objective: Review ERP user authorisation controls.</a:t>
            </a:r>
            <a:br/>
            <a:br/>
            <a:r>
              <a:t>Scope:</a:t>
            </a:r>
            <a:br/>
            <a:r>
              <a:t>- Joiners</a:t>
            </a:r>
            <a:br/>
            <a:r>
              <a:t>- Movers</a:t>
            </a:r>
            <a:br/>
            <a:r>
              <a:t>- Leavers</a:t>
            </a:r>
            <a:br/>
            <a:r>
              <a:t>- Password Settings</a:t>
            </a:r>
            <a:br/>
            <a:r>
              <a:t>- IT Access Control Policy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Analysis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- Analysed claims and contracts.</a:t>
            </a:r>
            <a:br/>
            <a:r>
              <a:t>- Created Power BI dashboard.</a:t>
            </a:r>
            <a:br/>
            <a:r>
              <a:t>- Generated management insights.</a:t>
            </a:r>
            <a:br/>
            <a:br/>
            <a:r>
              <a:t>Insert Task 1 dashboard screenshot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ERP Audit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Joiners: Exception noted (wrong role corrected).</a:t>
            </a:r>
            <a:br/>
            <a:r>
              <a:t>Movers: No exception.</a:t>
            </a:r>
            <a:br/>
            <a:r>
              <a:t>Leavers: No exception.</a:t>
            </a:r>
            <a:br/>
            <a:r>
              <a:t>Password Policy: Exceptions:</a:t>
            </a:r>
            <a:br/>
            <a:r>
              <a:t>• Expiry 180 vs 90 days.</a:t>
            </a:r>
            <a:br/>
            <a:r>
              <a:t>• Lock after 3 vs required 5 attempts.</a:t>
            </a:r>
            <a:br/>
            <a:r>
              <a:t>Risk: High (Password), Medium (Joiners), Low (Others).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Overall controls are effective with improvements needed.</a:t>
            </a:r>
            <a:br/>
            <a:r>
              <a:t>Recommendations:</a:t>
            </a:r>
            <a:br/>
            <a:r>
              <a:t>• Password expiry 90 days</a:t>
            </a:r>
            <a:br/>
            <a:r>
              <a:t>• Lock after 5 failed attempts</a:t>
            </a:r>
            <a:br/>
            <a:r>
              <a:t>• Review role assignments</a:t>
            </a:r>
            <a:br/>
            <a:r>
              <a:t>• Periodic access reviews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